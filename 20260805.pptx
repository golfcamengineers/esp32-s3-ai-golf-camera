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5" r:id="rId3"/>
    <p:sldId id="264" r:id="rId4"/>
    <p:sldId id="263" r:id="rId5"/>
    <p:sldId id="262" r:id="rId6"/>
    <p:sldId id="266" r:id="rId7"/>
    <p:sldId id="267" r:id="rId8"/>
    <p:sldId id="261" r:id="rId9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B3A762-1337-4AA3-82BC-7DBEFF3B9FA7}" v="26" dt="2026-08-05T17:29:14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mbj franco" userId="2fba312213a41642" providerId="LiveId" clId="{320BEBF7-2169-454E-9C19-03A14F46987F}"/>
    <pc:docChg chg="undo redo custSel addSld delSld modSld sldOrd">
      <pc:chgData name="jmbj franco" userId="2fba312213a41642" providerId="LiveId" clId="{320BEBF7-2169-454E-9C19-03A14F46987F}" dt="2026-08-06T12:13:36.472" v="2619" actId="20577"/>
      <pc:docMkLst>
        <pc:docMk/>
      </pc:docMkLst>
      <pc:sldChg chg="modSp new mod ord">
        <pc:chgData name="jmbj franco" userId="2fba312213a41642" providerId="LiveId" clId="{320BEBF7-2169-454E-9C19-03A14F46987F}" dt="2026-08-06T12:13:36.472" v="2619" actId="20577"/>
        <pc:sldMkLst>
          <pc:docMk/>
          <pc:sldMk cId="2295261578" sldId="260"/>
        </pc:sldMkLst>
        <pc:spChg chg="mod">
          <ac:chgData name="jmbj franco" userId="2fba312213a41642" providerId="LiveId" clId="{320BEBF7-2169-454E-9C19-03A14F46987F}" dt="2026-08-06T12:13:36.472" v="2619" actId="20577"/>
          <ac:spMkLst>
            <pc:docMk/>
            <pc:sldMk cId="2295261578" sldId="260"/>
            <ac:spMk id="2" creationId="{0A538B4D-A725-C316-1E90-ADE33E24ADE0}"/>
          </ac:spMkLst>
        </pc:spChg>
        <pc:spChg chg="mod">
          <ac:chgData name="jmbj franco" userId="2fba312213a41642" providerId="LiveId" clId="{320BEBF7-2169-454E-9C19-03A14F46987F}" dt="2026-08-06T12:13:29.366" v="2611" actId="6549"/>
          <ac:spMkLst>
            <pc:docMk/>
            <pc:sldMk cId="2295261578" sldId="260"/>
            <ac:spMk id="3" creationId="{B8271E16-3726-8616-3B0B-EB93EE5E766E}"/>
          </ac:spMkLst>
        </pc:spChg>
      </pc:sldChg>
      <pc:sldChg chg="addSp delSp modSp new mod">
        <pc:chgData name="jmbj franco" userId="2fba312213a41642" providerId="LiveId" clId="{320BEBF7-2169-454E-9C19-03A14F46987F}" dt="2026-07-25T17:45:15.888" v="1139" actId="13822"/>
        <pc:sldMkLst>
          <pc:docMk/>
          <pc:sldMk cId="4292430970" sldId="261"/>
        </pc:sldMkLst>
        <pc:spChg chg="mod">
          <ac:chgData name="jmbj franco" userId="2fba312213a41642" providerId="LiveId" clId="{320BEBF7-2169-454E-9C19-03A14F46987F}" dt="2026-07-22T23:51:23.127" v="792" actId="20577"/>
          <ac:spMkLst>
            <pc:docMk/>
            <pc:sldMk cId="4292430970" sldId="261"/>
            <ac:spMk id="2" creationId="{E9E327C4-60BD-6574-B92C-A7B91BBEC74F}"/>
          </ac:spMkLst>
        </pc:spChg>
        <pc:spChg chg="mod topLvl">
          <ac:chgData name="jmbj franco" userId="2fba312213a41642" providerId="LiveId" clId="{320BEBF7-2169-454E-9C19-03A14F46987F}" dt="2026-07-25T17:42:33.346" v="1065" actId="165"/>
          <ac:spMkLst>
            <pc:docMk/>
            <pc:sldMk cId="4292430970" sldId="261"/>
            <ac:spMk id="4" creationId="{1A748274-C46F-9799-0C2F-43E48306915F}"/>
          </ac:spMkLst>
        </pc:spChg>
        <pc:spChg chg="mod topLvl">
          <ac:chgData name="jmbj franco" userId="2fba312213a41642" providerId="LiveId" clId="{320BEBF7-2169-454E-9C19-03A14F46987F}" dt="2026-07-25T17:42:33.346" v="1065" actId="165"/>
          <ac:spMkLst>
            <pc:docMk/>
            <pc:sldMk cId="4292430970" sldId="261"/>
            <ac:spMk id="5" creationId="{B7CA8DC3-C966-C6AC-AFB7-98DB09E34176}"/>
          </ac:spMkLst>
        </pc:spChg>
        <pc:spChg chg="mod topLvl">
          <ac:chgData name="jmbj franco" userId="2fba312213a41642" providerId="LiveId" clId="{320BEBF7-2169-454E-9C19-03A14F46987F}" dt="2026-07-25T17:42:33.346" v="1065" actId="165"/>
          <ac:spMkLst>
            <pc:docMk/>
            <pc:sldMk cId="4292430970" sldId="261"/>
            <ac:spMk id="6" creationId="{72BC7921-8755-FD90-0F4C-76FAE0C10E9A}"/>
          </ac:spMkLst>
        </pc:spChg>
        <pc:spChg chg="add mod">
          <ac:chgData name="jmbj franco" userId="2fba312213a41642" providerId="LiveId" clId="{320BEBF7-2169-454E-9C19-03A14F46987F}" dt="2026-07-25T17:44:19.133" v="1124" actId="20577"/>
          <ac:spMkLst>
            <pc:docMk/>
            <pc:sldMk cId="4292430970" sldId="261"/>
            <ac:spMk id="7" creationId="{1F0F6EAC-946A-82B0-BE79-4BE5AFD29CE9}"/>
          </ac:spMkLst>
        </pc:spChg>
        <pc:spChg chg="mod topLvl">
          <ac:chgData name="jmbj franco" userId="2fba312213a41642" providerId="LiveId" clId="{320BEBF7-2169-454E-9C19-03A14F46987F}" dt="2026-07-25T17:43:55.699" v="1110" actId="20577"/>
          <ac:spMkLst>
            <pc:docMk/>
            <pc:sldMk cId="4292430970" sldId="261"/>
            <ac:spMk id="26" creationId="{00FA6B33-1F29-2CDD-C0B1-E8E43B33AF35}"/>
          </ac:spMkLst>
        </pc:spChg>
        <pc:spChg chg="mod topLvl">
          <ac:chgData name="jmbj franco" userId="2fba312213a41642" providerId="LiveId" clId="{320BEBF7-2169-454E-9C19-03A14F46987F}" dt="2026-07-25T17:43:42.690" v="1098" actId="465"/>
          <ac:spMkLst>
            <pc:docMk/>
            <pc:sldMk cId="4292430970" sldId="261"/>
            <ac:spMk id="32" creationId="{C394C09C-CB0C-E0AD-67B1-B7E6A8DCA0F0}"/>
          </ac:spMkLst>
        </pc:spChg>
        <pc:spChg chg="mod topLvl">
          <ac:chgData name="jmbj franco" userId="2fba312213a41642" providerId="LiveId" clId="{320BEBF7-2169-454E-9C19-03A14F46987F}" dt="2026-07-25T17:43:34.976" v="1097" actId="1076"/>
          <ac:spMkLst>
            <pc:docMk/>
            <pc:sldMk cId="4292430970" sldId="261"/>
            <ac:spMk id="78" creationId="{BF59AB00-884D-891D-E1AE-CFFEB807A36A}"/>
          </ac:spMkLst>
        </pc:spChg>
        <pc:cxnChg chg="add mod">
          <ac:chgData name="jmbj franco" userId="2fba312213a41642" providerId="LiveId" clId="{320BEBF7-2169-454E-9C19-03A14F46987F}" dt="2026-07-25T17:44:55.735" v="1135" actId="14100"/>
          <ac:cxnSpMkLst>
            <pc:docMk/>
            <pc:sldMk cId="4292430970" sldId="261"/>
            <ac:cxnSpMk id="10" creationId="{EC688D3C-345D-80DF-205C-5701E3387DC8}"/>
          </ac:cxnSpMkLst>
        </pc:cxnChg>
        <pc:cxnChg chg="add mod">
          <ac:chgData name="jmbj franco" userId="2fba312213a41642" providerId="LiveId" clId="{320BEBF7-2169-454E-9C19-03A14F46987F}" dt="2026-07-25T17:44:46.755" v="1132" actId="14100"/>
          <ac:cxnSpMkLst>
            <pc:docMk/>
            <pc:sldMk cId="4292430970" sldId="261"/>
            <ac:cxnSpMk id="11" creationId="{EC4ACD08-CF5F-46CB-E096-02C0021E5767}"/>
          </ac:cxnSpMkLst>
        </pc:cxnChg>
        <pc:cxnChg chg="add mod">
          <ac:chgData name="jmbj franco" userId="2fba312213a41642" providerId="LiveId" clId="{320BEBF7-2169-454E-9C19-03A14F46987F}" dt="2026-07-25T17:44:40.125" v="1130" actId="14100"/>
          <ac:cxnSpMkLst>
            <pc:docMk/>
            <pc:sldMk cId="4292430970" sldId="261"/>
            <ac:cxnSpMk id="12" creationId="{367E80DF-5BB5-5103-F396-804683832CA9}"/>
          </ac:cxnSpMkLst>
        </pc:cxnChg>
        <pc:cxnChg chg="mod topLvl">
          <ac:chgData name="jmbj franco" userId="2fba312213a41642" providerId="LiveId" clId="{320BEBF7-2169-454E-9C19-03A14F46987F}" dt="2026-07-25T17:42:33.346" v="1065" actId="165"/>
          <ac:cxnSpMkLst>
            <pc:docMk/>
            <pc:sldMk cId="4292430970" sldId="261"/>
            <ac:cxnSpMk id="13" creationId="{5606D1BD-2E76-23BE-592F-C09100D65DEE}"/>
          </ac:cxnSpMkLst>
        </pc:cxnChg>
        <pc:cxnChg chg="add mod">
          <ac:chgData name="jmbj franco" userId="2fba312213a41642" providerId="LiveId" clId="{320BEBF7-2169-454E-9C19-03A14F46987F}" dt="2026-07-25T17:45:15.888" v="1139" actId="13822"/>
          <ac:cxnSpMkLst>
            <pc:docMk/>
            <pc:sldMk cId="4292430970" sldId="261"/>
            <ac:cxnSpMk id="21" creationId="{AF729AD4-679D-8289-0985-DC109596AE89}"/>
          </ac:cxnSpMkLst>
        </pc:cxnChg>
        <pc:cxnChg chg="mod">
          <ac:chgData name="jmbj franco" userId="2fba312213a41642" providerId="LiveId" clId="{320BEBF7-2169-454E-9C19-03A14F46987F}" dt="2026-07-25T17:43:28.821" v="1096" actId="1076"/>
          <ac:cxnSpMkLst>
            <pc:docMk/>
            <pc:sldMk cId="4292430970" sldId="261"/>
            <ac:cxnSpMk id="69" creationId="{E89BAA04-2C1B-BBC6-CD18-2F6704720946}"/>
          </ac:cxnSpMkLst>
        </pc:cxnChg>
      </pc:sldChg>
      <pc:sldChg chg="addSp delSp modSp new mod modClrScheme chgLayout">
        <pc:chgData name="jmbj franco" userId="2fba312213a41642" providerId="LiveId" clId="{320BEBF7-2169-454E-9C19-03A14F46987F}" dt="2026-08-06T00:05:09.226" v="2270" actId="20577"/>
        <pc:sldMkLst>
          <pc:docMk/>
          <pc:sldMk cId="561108086" sldId="262"/>
        </pc:sldMkLst>
        <pc:spChg chg="mod ord">
          <ac:chgData name="jmbj franco" userId="2fba312213a41642" providerId="LiveId" clId="{320BEBF7-2169-454E-9C19-03A14F46987F}" dt="2026-08-05T17:16:43.381" v="2081" actId="20577"/>
          <ac:spMkLst>
            <pc:docMk/>
            <pc:sldMk cId="561108086" sldId="262"/>
            <ac:spMk id="2" creationId="{6341CDF6-BB4B-1577-339B-01A69271150C}"/>
          </ac:spMkLst>
        </pc:spChg>
        <pc:spChg chg="del mod ord">
          <ac:chgData name="jmbj franco" userId="2fba312213a41642" providerId="LiveId" clId="{320BEBF7-2169-454E-9C19-03A14F46987F}" dt="2026-08-05T00:18:46.241" v="1992" actId="700"/>
          <ac:spMkLst>
            <pc:docMk/>
            <pc:sldMk cId="561108086" sldId="262"/>
            <ac:spMk id="3" creationId="{AC290808-6197-F8D1-7C4B-06D12933CE1F}"/>
          </ac:spMkLst>
        </pc:spChg>
        <pc:spChg chg="add mod ord">
          <ac:chgData name="jmbj franco" userId="2fba312213a41642" providerId="LiveId" clId="{320BEBF7-2169-454E-9C19-03A14F46987F}" dt="2026-08-06T00:05:09.226" v="2270" actId="20577"/>
          <ac:spMkLst>
            <pc:docMk/>
            <pc:sldMk cId="561108086" sldId="262"/>
            <ac:spMk id="4" creationId="{E3F58C4C-9ED9-3FFC-180F-766B340B6250}"/>
          </ac:spMkLst>
        </pc:spChg>
      </pc:sldChg>
      <pc:sldChg chg="addSp modSp new mod">
        <pc:chgData name="jmbj franco" userId="2fba312213a41642" providerId="LiveId" clId="{320BEBF7-2169-454E-9C19-03A14F46987F}" dt="2026-08-05T18:45:02.158" v="2244" actId="20577"/>
        <pc:sldMkLst>
          <pc:docMk/>
          <pc:sldMk cId="3539715292" sldId="263"/>
        </pc:sldMkLst>
        <pc:spChg chg="mod">
          <ac:chgData name="jmbj franco" userId="2fba312213a41642" providerId="LiveId" clId="{320BEBF7-2169-454E-9C19-03A14F46987F}" dt="2026-08-04T21:48:20.634" v="1764" actId="20577"/>
          <ac:spMkLst>
            <pc:docMk/>
            <pc:sldMk cId="3539715292" sldId="263"/>
            <ac:spMk id="2" creationId="{14D1FF0B-70C5-43A5-DF07-227BD9B662C7}"/>
          </ac:spMkLst>
        </pc:spChg>
        <pc:spChg chg="mod">
          <ac:chgData name="jmbj franco" userId="2fba312213a41642" providerId="LiveId" clId="{320BEBF7-2169-454E-9C19-03A14F46987F}" dt="2026-08-05T18:45:02.158" v="2244" actId="20577"/>
          <ac:spMkLst>
            <pc:docMk/>
            <pc:sldMk cId="3539715292" sldId="263"/>
            <ac:spMk id="3" creationId="{627B567E-CA72-6D5E-4E36-CC875AFB6AFD}"/>
          </ac:spMkLst>
        </pc:spChg>
        <pc:picChg chg="add mod">
          <ac:chgData name="jmbj franco" userId="2fba312213a41642" providerId="LiveId" clId="{320BEBF7-2169-454E-9C19-03A14F46987F}" dt="2026-08-05T17:24:18.444" v="2192" actId="1036"/>
          <ac:picMkLst>
            <pc:docMk/>
            <pc:sldMk cId="3539715292" sldId="263"/>
            <ac:picMk id="5" creationId="{030365CF-FAA7-E2BB-4094-9817A12BB342}"/>
          </ac:picMkLst>
        </pc:picChg>
      </pc:sldChg>
      <pc:sldChg chg="addSp delSp modSp new mod ord">
        <pc:chgData name="jmbj franco" userId="2fba312213a41642" providerId="LiveId" clId="{320BEBF7-2169-454E-9C19-03A14F46987F}" dt="2026-08-05T17:16:33.165" v="2074"/>
        <pc:sldMkLst>
          <pc:docMk/>
          <pc:sldMk cId="2341004061" sldId="264"/>
        </pc:sldMkLst>
        <pc:spChg chg="mod">
          <ac:chgData name="jmbj franco" userId="2fba312213a41642" providerId="LiveId" clId="{320BEBF7-2169-454E-9C19-03A14F46987F}" dt="2026-08-04T22:52:44.788" v="1988"/>
          <ac:spMkLst>
            <pc:docMk/>
            <pc:sldMk cId="2341004061" sldId="264"/>
            <ac:spMk id="2" creationId="{5E0CCB8C-434F-6005-BD3F-2D8598BB1A37}"/>
          </ac:spMkLst>
        </pc:spChg>
        <pc:picChg chg="add mod ord">
          <ac:chgData name="jmbj franco" userId="2fba312213a41642" providerId="LiveId" clId="{320BEBF7-2169-454E-9C19-03A14F46987F}" dt="2026-08-04T22:55:44.962" v="1989" actId="22"/>
          <ac:picMkLst>
            <pc:docMk/>
            <pc:sldMk cId="2341004061" sldId="264"/>
            <ac:picMk id="5" creationId="{68C2A1CF-986C-1F28-F364-34C49AF8B0A7}"/>
          </ac:picMkLst>
        </pc:picChg>
      </pc:sldChg>
      <pc:sldChg chg="modSp new mod ord">
        <pc:chgData name="jmbj franco" userId="2fba312213a41642" providerId="LiveId" clId="{320BEBF7-2169-454E-9C19-03A14F46987F}" dt="2026-08-05T17:21:06.127" v="2138" actId="20577"/>
        <pc:sldMkLst>
          <pc:docMk/>
          <pc:sldMk cId="2684662575" sldId="265"/>
        </pc:sldMkLst>
        <pc:spChg chg="mod">
          <ac:chgData name="jmbj franco" userId="2fba312213a41642" providerId="LiveId" clId="{320BEBF7-2169-454E-9C19-03A14F46987F}" dt="2026-08-05T17:03:06.781" v="2022" actId="20577"/>
          <ac:spMkLst>
            <pc:docMk/>
            <pc:sldMk cId="2684662575" sldId="265"/>
            <ac:spMk id="2" creationId="{9E1C68FB-3221-A8F4-64BC-0ABC83CD95B2}"/>
          </ac:spMkLst>
        </pc:spChg>
        <pc:spChg chg="mod">
          <ac:chgData name="jmbj franco" userId="2fba312213a41642" providerId="LiveId" clId="{320BEBF7-2169-454E-9C19-03A14F46987F}" dt="2026-08-05T17:21:06.127" v="2138" actId="20577"/>
          <ac:spMkLst>
            <pc:docMk/>
            <pc:sldMk cId="2684662575" sldId="265"/>
            <ac:spMk id="3" creationId="{99FF5C97-7177-B87D-55BF-C6342E7C6B90}"/>
          </ac:spMkLst>
        </pc:spChg>
      </pc:sldChg>
      <pc:sldChg chg="modSp new mod">
        <pc:chgData name="jmbj franco" userId="2fba312213a41642" providerId="LiveId" clId="{320BEBF7-2169-454E-9C19-03A14F46987F}" dt="2026-08-06T12:09:23.541" v="2610" actId="20577"/>
        <pc:sldMkLst>
          <pc:docMk/>
          <pc:sldMk cId="1959029923" sldId="266"/>
        </pc:sldMkLst>
        <pc:spChg chg="mod">
          <ac:chgData name="jmbj franco" userId="2fba312213a41642" providerId="LiveId" clId="{320BEBF7-2169-454E-9C19-03A14F46987F}" dt="2026-08-05T17:16:54.690" v="2097" actId="20577"/>
          <ac:spMkLst>
            <pc:docMk/>
            <pc:sldMk cId="1959029923" sldId="266"/>
            <ac:spMk id="2" creationId="{C7A5D60D-CE6B-BC29-4BB0-1AF8C0D3DAFE}"/>
          </ac:spMkLst>
        </pc:spChg>
        <pc:spChg chg="mod">
          <ac:chgData name="jmbj franco" userId="2fba312213a41642" providerId="LiveId" clId="{320BEBF7-2169-454E-9C19-03A14F46987F}" dt="2026-08-06T12:09:23.541" v="2610" actId="20577"/>
          <ac:spMkLst>
            <pc:docMk/>
            <pc:sldMk cId="1959029923" sldId="266"/>
            <ac:spMk id="3" creationId="{DFB4D03B-D195-7F39-95D3-5E5E4A839B2A}"/>
          </ac:spMkLst>
        </pc:spChg>
      </pc:sldChg>
      <pc:sldChg chg="addSp delSp modSp new mod modClrScheme chgLayout">
        <pc:chgData name="jmbj franco" userId="2fba312213a41642" providerId="LiveId" clId="{320BEBF7-2169-454E-9C19-03A14F46987F}" dt="2026-08-06T00:03:25.235" v="2257" actId="20577"/>
        <pc:sldMkLst>
          <pc:docMk/>
          <pc:sldMk cId="3355133551" sldId="267"/>
        </pc:sldMkLst>
        <pc:spChg chg="del mod ord">
          <ac:chgData name="jmbj franco" userId="2fba312213a41642" providerId="LiveId" clId="{320BEBF7-2169-454E-9C19-03A14F46987F}" dt="2026-08-06T00:03:19.773" v="2246" actId="700"/>
          <ac:spMkLst>
            <pc:docMk/>
            <pc:sldMk cId="3355133551" sldId="267"/>
            <ac:spMk id="2" creationId="{75428CEA-FD10-59C2-77D2-7A5DD24CC173}"/>
          </ac:spMkLst>
        </pc:spChg>
        <pc:spChg chg="del mod ord">
          <ac:chgData name="jmbj franco" userId="2fba312213a41642" providerId="LiveId" clId="{320BEBF7-2169-454E-9C19-03A14F46987F}" dt="2026-08-06T00:03:19.773" v="2246" actId="700"/>
          <ac:spMkLst>
            <pc:docMk/>
            <pc:sldMk cId="3355133551" sldId="267"/>
            <ac:spMk id="3" creationId="{D160210D-8CB7-C360-E89D-A4A2E4EC070A}"/>
          </ac:spMkLst>
        </pc:spChg>
        <pc:spChg chg="add mod ord">
          <ac:chgData name="jmbj franco" userId="2fba312213a41642" providerId="LiveId" clId="{320BEBF7-2169-454E-9C19-03A14F46987F}" dt="2026-08-06T00:03:25.235" v="2257" actId="20577"/>
          <ac:spMkLst>
            <pc:docMk/>
            <pc:sldMk cId="3355133551" sldId="267"/>
            <ac:spMk id="4" creationId="{7B5F54F7-B310-9C75-70D5-23E3211587E9}"/>
          </ac:spMkLst>
        </pc:spChg>
        <pc:spChg chg="add mod ord">
          <ac:chgData name="jmbj franco" userId="2fba312213a41642" providerId="LiveId" clId="{320BEBF7-2169-454E-9C19-03A14F46987F}" dt="2026-08-06T00:03:19.773" v="2246" actId="700"/>
          <ac:spMkLst>
            <pc:docMk/>
            <pc:sldMk cId="3355133551" sldId="267"/>
            <ac:spMk id="5" creationId="{4AA1E1E5-8493-9576-3A39-A905B355FF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FDB3-33F4-0D7A-87DC-6BC7AAA9C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8D0B5C-7E63-EC55-FD02-A67C40D37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A87DF-C990-C3F5-E42B-EE01032A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C2156-BFD3-E6E4-1989-F061CCC14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8D7F8-C694-1B69-D1F5-874BA7EA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8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B23F-0793-FFFC-98F7-E947DAFC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D5754-5540-7038-88B8-A27AAA34A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BEE6D-56FF-2F5D-1752-F5C3DE60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3955E-C8CC-8AE1-383D-D4938BB2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69E62-DEE8-9D52-505D-F8E5F2E5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9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6FF30-A1EF-F687-5320-39AC1F45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7C3F4-2344-8DE4-8CB1-26F8422B2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BD73D-9D2D-1322-AC2B-B23AAAB2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44215-DABC-A393-FC2E-E1C22957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FABDE-99CC-D5DB-209D-5675DE63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8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13C9E-506B-E32D-A913-8666EA98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8ECD-20C1-4D94-C551-2A536A7F8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942A-55E3-15DC-B38D-17C42737A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49B85-FD4C-9740-E796-44E3B62D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35B05-247E-0F98-D5B1-9876F6D1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AE848-8F1D-2255-6C22-423DC8B8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6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7647-DEA7-5A90-9CC8-B43EC76E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24D71-421F-88F9-F384-9F1345A56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08F77-7801-1B60-C666-5F3522C4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E87B2-5FCE-DE52-7935-E41D11FC4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72377-AC73-4807-D460-0D7D0D999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1D66D-5425-FA5D-76CF-8A05519F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C3A01B-32BA-1104-4B7F-B4BF6499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1C8D7-DA4E-BB5B-0459-DB9EF58D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3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36DA-752D-CA23-4218-B44BB97D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9B986-02E7-2501-C792-8827E51A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5C723-F03D-C076-1951-D3AFA698E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BF3EE-36F8-11A8-237D-07D8E43A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00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AA627D-94EF-405C-5C39-DA329377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2CEBF-C503-2D2C-6E9D-DC98C38B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3A234-7D81-8C92-E9F4-DBF97488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61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CC287-0CAA-CEDE-179A-8E2C7D4A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8FBA2-FE54-6E29-409C-9DFEF796D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94C10-54E8-51D1-0456-90769DAB4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B3ACA-12ED-41BC-BEB7-2BC4C121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9FE22-32A2-1DE5-72BC-0B4B1A6F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D1018-7C05-F9C9-85BB-CDFB566A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0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75E4-7139-9492-E092-CC89EF63E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41A92B-5DF8-2D42-BAFC-B8BBD0EF8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B6A5E-DC13-1F58-9199-EAFD7FDC7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D9CE0-821D-93F6-1E64-56F807B86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60627-5348-AE8B-8E65-AE26D7CF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C9513-8492-CEAE-573A-7014C3C4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1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265B-24EF-9A40-3F5A-9DF61C8EE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98B9F-CBF9-4BD7-7471-78E8BEC7F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474EC-A668-7322-DC31-B7F1DE94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87A54-2010-C25E-D712-B8C6A075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6F43-3758-43CB-CAA5-C13E62DF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3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EDC029-475F-953B-FF08-CCD063C804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CAC56-604A-3E45-48BF-EFD448DA7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D9E3A-9580-FA04-F479-F037A5C8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A8D8E-F94B-1D4B-206C-B1AA4CCF2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82691-8893-053E-637E-3E037036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6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700BD6-DE3C-3859-8166-E0214E71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646BC-6991-46B8-AFFE-D38B6FBE8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58309-7281-945C-DB14-286615144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AD3B7-6B92-4B4A-97BE-9247750A796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C264E-C82C-EAAE-195D-3663196CD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5693B-267D-B5B9-3892-5670C22DD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D49EE-93BB-4992-86B7-E2E7B6921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0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e9lnsKot_SQ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items?itemName=platformio.platformio-ide" TargetMode="External"/><Relationship Id="rId2" Type="http://schemas.openxmlformats.org/officeDocument/2006/relationships/hyperlink" Target="https://code.visualstudio.com/download?_exp_download=d53503e73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8B4D-A725-C316-1E90-ADE33E24A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/>
              <a:t>Camera Meeting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71E16-3726-8616-3B0B-EB93EE5E76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8/5/2026</a:t>
            </a:r>
          </a:p>
        </p:txBody>
      </p:sp>
    </p:spTree>
    <p:extLst>
      <p:ext uri="{BB962C8B-B14F-4D97-AF65-F5344CB8AC3E}">
        <p14:creationId xmlns:p14="http://schemas.microsoft.com/office/powerpoint/2010/main" val="2295261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68FB-3221-A8F4-64BC-0ABC83CD9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Experience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F5C97-7177-B87D-55BF-C6342E7C6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VS Code IDE</a:t>
            </a:r>
          </a:p>
          <a:p>
            <a:r>
              <a:rPr lang="en-US" dirty="0"/>
              <a:t>GitHub</a:t>
            </a:r>
          </a:p>
          <a:p>
            <a:r>
              <a:rPr lang="en-US" dirty="0"/>
              <a:t>C++</a:t>
            </a:r>
          </a:p>
          <a:p>
            <a:r>
              <a:rPr lang="en-US" dirty="0"/>
              <a:t>Arduino / ESP32</a:t>
            </a:r>
          </a:p>
          <a:p>
            <a:r>
              <a:rPr lang="en-US" dirty="0" err="1"/>
              <a:t>KanBan</a:t>
            </a:r>
            <a:endParaRPr lang="en-US" dirty="0"/>
          </a:p>
          <a:p>
            <a:r>
              <a:rPr lang="en-US" dirty="0"/>
              <a:t>Software Testing</a:t>
            </a:r>
          </a:p>
          <a:p>
            <a:r>
              <a:rPr lang="en-US" dirty="0"/>
              <a:t>Agile Methodology</a:t>
            </a:r>
          </a:p>
        </p:txBody>
      </p:sp>
    </p:spTree>
    <p:extLst>
      <p:ext uri="{BB962C8B-B14F-4D97-AF65-F5344CB8AC3E}">
        <p14:creationId xmlns:p14="http://schemas.microsoft.com/office/powerpoint/2010/main" val="2684662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CB8C-434F-6005-BD3F-2D8598BB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How Git Works: Explained in 4 Minutes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C2A1CF-986C-1F28-F364-34C49AF8B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4410" y="1825625"/>
            <a:ext cx="75631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0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FF0B-70C5-43A5-DF07-227BD9B6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Set-Up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567E-CA72-6D5E-4E36-CC875AFB6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and install VS Code IDE</a:t>
            </a:r>
          </a:p>
          <a:p>
            <a:pPr lvl="1"/>
            <a:r>
              <a:rPr lang="en-US" dirty="0">
                <a:hlinkClick r:id="rId2"/>
              </a:rPr>
              <a:t>Download Visual Studio Code - Free AI Code Editor for Mac, Linux, Windows</a:t>
            </a:r>
            <a:endParaRPr lang="en-US" dirty="0"/>
          </a:p>
          <a:p>
            <a:r>
              <a:rPr lang="en-US" dirty="0"/>
              <a:t>Download and install </a:t>
            </a:r>
            <a:r>
              <a:rPr lang="en-US" dirty="0" err="1"/>
              <a:t>PlatformIO</a:t>
            </a:r>
            <a:r>
              <a:rPr lang="en-US" dirty="0"/>
              <a:t> Arduino Development</a:t>
            </a:r>
          </a:p>
          <a:p>
            <a:pPr lvl="1"/>
            <a:r>
              <a:rPr lang="en-US" dirty="0" err="1">
                <a:hlinkClick r:id="rId3"/>
              </a:rPr>
              <a:t>PlatformIO</a:t>
            </a:r>
            <a:r>
              <a:rPr lang="en-US" dirty="0">
                <a:hlinkClick r:id="rId3"/>
              </a:rPr>
              <a:t> IDE - Visual Studio Marketplace</a:t>
            </a:r>
            <a:endParaRPr lang="en-US" dirty="0"/>
          </a:p>
          <a:p>
            <a:r>
              <a:rPr lang="en-US" dirty="0"/>
              <a:t>Connect GitHub Source Control Plug-in</a:t>
            </a:r>
          </a:p>
          <a:p>
            <a:endParaRPr lang="en-US" dirty="0"/>
          </a:p>
          <a:p>
            <a:r>
              <a:rPr lang="en-US" dirty="0"/>
              <a:t>Explorer &gt; Clone Repository &gt; Sign into </a:t>
            </a:r>
            <a:r>
              <a:rPr lang="en-US" dirty="0" err="1"/>
              <a:t>Github</a:t>
            </a:r>
            <a:r>
              <a:rPr lang="en-US" dirty="0"/>
              <a:t> AI Camera (Group)</a:t>
            </a:r>
          </a:p>
          <a:p>
            <a:r>
              <a:rPr lang="en-US" dirty="0"/>
              <a:t>VS Code &gt; C/C++ Extension Pack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0365CF-FAA7-E2BB-4094-9817A12BB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045" y="120112"/>
            <a:ext cx="2712955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1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CDF6-BB4B-1577-339B-01A692711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Kanban Board Review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3F58C4C-9ED9-3FFC-180F-766B340B6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561108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60D-CE6B-BC29-4BB0-1AF8C0D3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 8/5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D03B-D195-7F39-95D3-5E5E4A839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TDD – Test Driven Development slide (Dan)</a:t>
            </a:r>
          </a:p>
          <a:p>
            <a:r>
              <a:rPr lang="en-US" dirty="0"/>
              <a:t>Joey re-introduction (</a:t>
            </a:r>
            <a:r>
              <a:rPr lang="en-US"/>
              <a:t>first slide)</a:t>
            </a:r>
            <a:endParaRPr lang="en-US" dirty="0"/>
          </a:p>
          <a:p>
            <a:r>
              <a:rPr lang="en-US" dirty="0"/>
              <a:t>Do we want to buy hardware and test the example code?</a:t>
            </a:r>
          </a:p>
          <a:p>
            <a:r>
              <a:rPr lang="en-US" dirty="0"/>
              <a:t>Formal Development Environment Guide (Jonathan)</a:t>
            </a:r>
          </a:p>
          <a:p>
            <a:r>
              <a:rPr lang="en-US" dirty="0"/>
              <a:t>ESP 32 vs Raspberry Pi trade study (Alex)</a:t>
            </a:r>
          </a:p>
          <a:p>
            <a:pPr lvl="1"/>
            <a:r>
              <a:rPr lang="en-US" dirty="0"/>
              <a:t>AI, Resolution, cost, weight, size, amazon rating,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5902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5F54F7-B310-9C75-70D5-23E321158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Back-up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A1E1E5-8493-9576-3A39-A905B355FF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3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27C4-60BD-6574-B92C-A7B91BBE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946259" cy="1325563"/>
          </a:xfrm>
        </p:spPr>
        <p:txBody>
          <a:bodyPr/>
          <a:lstStyle/>
          <a:p>
            <a:r>
              <a:rPr lang="en-US" dirty="0"/>
              <a:t>Code Flow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A748274-C46F-9799-0C2F-43E48306915F}"/>
              </a:ext>
            </a:extLst>
          </p:cNvPr>
          <p:cNvSpPr/>
          <p:nvPr/>
        </p:nvSpPr>
        <p:spPr>
          <a:xfrm>
            <a:off x="4463845" y="1089306"/>
            <a:ext cx="833120" cy="83312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A8DC3-C966-C6AC-AFB7-98DB09E34176}"/>
              </a:ext>
            </a:extLst>
          </p:cNvPr>
          <p:cNvSpPr txBox="1"/>
          <p:nvPr/>
        </p:nvSpPr>
        <p:spPr>
          <a:xfrm>
            <a:off x="3705778" y="759695"/>
            <a:ext cx="298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Initialize – include libraries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BC7921-8755-FD90-0F4C-76FAE0C10E9A}"/>
              </a:ext>
            </a:extLst>
          </p:cNvPr>
          <p:cNvSpPr/>
          <p:nvPr/>
        </p:nvSpPr>
        <p:spPr>
          <a:xfrm>
            <a:off x="3759528" y="2717650"/>
            <a:ext cx="2241754" cy="14330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Set Up: “power on” camera and AI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06D1BD-2E76-23BE-592F-C09100D65DEE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4880405" y="1922426"/>
            <a:ext cx="0" cy="795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0FA6B33-1F29-2CDD-C0B1-E8E43B33AF35}"/>
              </a:ext>
            </a:extLst>
          </p:cNvPr>
          <p:cNvSpPr/>
          <p:nvPr/>
        </p:nvSpPr>
        <p:spPr>
          <a:xfrm>
            <a:off x="6906339" y="5285613"/>
            <a:ext cx="2241754" cy="14330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Ball is Identified in “Tee box”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94C09C-CB0C-E0AD-67B1-B7E6A8DCA0F0}"/>
              </a:ext>
            </a:extLst>
          </p:cNvPr>
          <p:cNvSpPr/>
          <p:nvPr/>
        </p:nvSpPr>
        <p:spPr>
          <a:xfrm>
            <a:off x="6906339" y="1913761"/>
            <a:ext cx="2241754" cy="14330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Prompt: </a:t>
            </a:r>
          </a:p>
          <a:p>
            <a:pPr algn="ctr"/>
            <a:r>
              <a:rPr lang="en-US" dirty="0"/>
              <a:t>“Is the new ball inside the target”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E89BAA04-2C1B-BBC6-CD18-2F6704720946}"/>
              </a:ext>
            </a:extLst>
          </p:cNvPr>
          <p:cNvCxnSpPr>
            <a:stCxn id="6" idx="2"/>
            <a:endCxn id="26" idx="1"/>
          </p:cNvCxnSpPr>
          <p:nvPr/>
        </p:nvCxnSpPr>
        <p:spPr>
          <a:xfrm rot="16200000" flipH="1">
            <a:off x="4967654" y="4063453"/>
            <a:ext cx="1851437" cy="20259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BF59AB00-884D-891D-E1AE-CFFEB807A36A}"/>
              </a:ext>
            </a:extLst>
          </p:cNvPr>
          <p:cNvSpPr/>
          <p:nvPr/>
        </p:nvSpPr>
        <p:spPr>
          <a:xfrm>
            <a:off x="6906339" y="227835"/>
            <a:ext cx="2241754" cy="14330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Score: </a:t>
            </a:r>
          </a:p>
          <a:p>
            <a:pPr algn="ctr"/>
            <a:r>
              <a:rPr lang="en-US" dirty="0"/>
              <a:t>5 – inner loop</a:t>
            </a:r>
          </a:p>
          <a:p>
            <a:pPr algn="ctr"/>
            <a:r>
              <a:rPr lang="en-US" dirty="0"/>
              <a:t>2 – outer loop</a:t>
            </a:r>
          </a:p>
          <a:p>
            <a:pPr algn="ctr"/>
            <a:r>
              <a:rPr lang="en-US" dirty="0"/>
              <a:t>0 - miss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0F6EAC-946A-82B0-BE79-4BE5AFD29CE9}"/>
              </a:ext>
            </a:extLst>
          </p:cNvPr>
          <p:cNvSpPr/>
          <p:nvPr/>
        </p:nvSpPr>
        <p:spPr>
          <a:xfrm>
            <a:off x="6906339" y="3599687"/>
            <a:ext cx="2241754" cy="14330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Ball is Hit (No Longer Identified in “Tee box”)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688D3C-345D-80DF-205C-5701E3387DC8}"/>
              </a:ext>
            </a:extLst>
          </p:cNvPr>
          <p:cNvCxnSpPr>
            <a:cxnSpLocks/>
            <a:stCxn id="26" idx="0"/>
            <a:endCxn id="7" idx="2"/>
          </p:cNvCxnSpPr>
          <p:nvPr/>
        </p:nvCxnSpPr>
        <p:spPr>
          <a:xfrm flipV="1">
            <a:off x="8027216" y="5032739"/>
            <a:ext cx="0" cy="252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4ACD08-CF5F-46CB-E096-02C0021E5767}"/>
              </a:ext>
            </a:extLst>
          </p:cNvPr>
          <p:cNvCxnSpPr>
            <a:cxnSpLocks/>
            <a:stCxn id="7" idx="0"/>
            <a:endCxn id="32" idx="2"/>
          </p:cNvCxnSpPr>
          <p:nvPr/>
        </p:nvCxnSpPr>
        <p:spPr>
          <a:xfrm flipV="1">
            <a:off x="8027216" y="3346813"/>
            <a:ext cx="0" cy="252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7E80DF-5BB5-5103-F396-804683832CA9}"/>
              </a:ext>
            </a:extLst>
          </p:cNvPr>
          <p:cNvCxnSpPr>
            <a:cxnSpLocks/>
            <a:stCxn id="32" idx="0"/>
            <a:endCxn id="78" idx="2"/>
          </p:cNvCxnSpPr>
          <p:nvPr/>
        </p:nvCxnSpPr>
        <p:spPr>
          <a:xfrm flipV="1">
            <a:off x="8027216" y="1660887"/>
            <a:ext cx="0" cy="252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AF729AD4-679D-8289-0985-DC109596AE89}"/>
              </a:ext>
            </a:extLst>
          </p:cNvPr>
          <p:cNvCxnSpPr>
            <a:stCxn id="78" idx="3"/>
            <a:endCxn id="26" idx="3"/>
          </p:cNvCxnSpPr>
          <p:nvPr/>
        </p:nvCxnSpPr>
        <p:spPr>
          <a:xfrm>
            <a:off x="9148093" y="944361"/>
            <a:ext cx="12700" cy="5057778"/>
          </a:xfrm>
          <a:prstGeom prst="bentConnector3">
            <a:avLst>
              <a:gd name="adj1" fmla="val 126387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430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4887</TotalTime>
  <Words>221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AI Camera Meeting</vt:lpstr>
      <vt:lpstr>Review of Experience </vt:lpstr>
      <vt:lpstr>How Git Works: Explained in 4 Minutes</vt:lpstr>
      <vt:lpstr>Work Set-Up </vt:lpstr>
      <vt:lpstr>Kanban Board Review</vt:lpstr>
      <vt:lpstr>Actions 8/5</vt:lpstr>
      <vt:lpstr>Back-up</vt:lpstr>
      <vt:lpstr>Code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jmbj franco</dc:creator>
  <cp:lastModifiedBy>jmbj franco</cp:lastModifiedBy>
  <cp:revision>1</cp:revision>
  <cp:lastPrinted>2026-07-27T15:18:51Z</cp:lastPrinted>
  <dcterms:created xsi:type="dcterms:W3CDTF">2026-07-21T22:03:44Z</dcterms:created>
  <dcterms:modified xsi:type="dcterms:W3CDTF">2026-08-06T12:13:38Z</dcterms:modified>
</cp:coreProperties>
</file>